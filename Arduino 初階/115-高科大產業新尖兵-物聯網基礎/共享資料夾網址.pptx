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0e0acb3f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0e0acb3f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27c25498f_1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27c25498f_1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tinyurl.com/nkust-iot-115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hackmd.io/@ghliaw/BJPeBtvVe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200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https://tinyurl.com/nkust-iot-115</a:t>
            </a:r>
            <a:endParaRPr sz="42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0" y="432850"/>
            <a:ext cx="8520600" cy="23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共筆分享網址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https://hackmd.io/@ghliaw/BJPeBtvVeg</a:t>
            </a:r>
            <a:endParaRPr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